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9C55F-B16E-6D46-02E2-57480C021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CAFEF-6BF3-4DE3-C519-D559EE498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26EBC-DD7A-EEB2-4A77-53EC1CA32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916E-003B-4EBF-B432-AA9E56569CC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7111F-95F9-86BB-947C-A4DF1E540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4619F-CA71-0D98-B33D-F1B2DDDC7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E83-1C16-481D-8D4A-CF28A3153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45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AFE90-DAD8-A2FB-282E-69DB11950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4CDC5-2FEA-E6F9-B82C-2AC978794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AD299-6B37-614C-ACD3-65A7EFA17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916E-003B-4EBF-B432-AA9E56569CC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1E5DC-F682-5204-BD7A-DC6EC0843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4D9C8-A585-1A10-EAF2-EAAB0A67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E83-1C16-481D-8D4A-CF28A3153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0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AEF5A-6D02-565B-4F17-226AC33E3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63E9D-2BC6-6711-DE49-672984C9F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A82E2-EB54-0E8F-70FF-2FC885275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916E-003B-4EBF-B432-AA9E56569CC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DEF91-1915-8C76-F392-43B6BBB10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3ADCE-216C-BA40-F583-4245E14E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E83-1C16-481D-8D4A-CF28A3153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31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80272-6825-13D0-A920-CD19E4513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B9C40-A342-50C4-DC17-ABF3834FA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F9B92-F2B2-773C-77EF-F689F6BA2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B3CD8-5BA7-2127-43EC-E3B4E633D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916E-003B-4EBF-B432-AA9E56569CC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4A613-CD56-0902-A18C-7EA77712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CF3F3-4EF3-D1E9-4568-9EDE72D7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E83-1C16-481D-8D4A-CF28A3153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12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76E2-7A01-F48E-850C-BFBCBBD6F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B5DD8-4DDF-7E9A-102B-D49B7DADF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B581B-2A95-C90A-7115-D82A62685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5B0B7B-0FE2-2C35-A6F7-F0FB73764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AC7B8D-273C-D269-F5B7-DB71EFA89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50C037-51B7-A504-6203-B653D7BA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916E-003B-4EBF-B432-AA9E56569CC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7C504-8CAA-FC79-B1B3-50CD6B286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713565-B9CE-647F-81D8-293FE7058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E83-1C16-481D-8D4A-CF28A3153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4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9FEC-5312-FED7-83F4-D20BC4FD5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720D59-8F4F-9F38-BBFF-614FF810E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916E-003B-4EBF-B432-AA9E56569CC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6F86C4-770E-ECEA-9894-A0859533C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56D8E-E816-7859-4925-0752A625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E83-1C16-481D-8D4A-CF28A3153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72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8E4DD4-8001-6734-E022-E66B8CDB0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916E-003B-4EBF-B432-AA9E56569CC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D90B1D-2417-56B3-8990-868CB03E7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986D1-38BD-E487-7897-A69768D7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E83-1C16-481D-8D4A-CF28A3153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23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F438B-D2D8-9211-7780-B9DEA3486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23C20-4F10-0EF6-169E-FAAA967F0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4B235-9327-4472-BA55-147C5FADC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F7397-D2B2-53E6-2032-EE155D872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916E-003B-4EBF-B432-AA9E56569CC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EF08C-89FC-EF11-E7F2-45243C83B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96EA1-3509-2A3B-1BA7-B958EFBC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E83-1C16-481D-8D4A-CF28A3153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61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41B59-F5D1-CDAD-706C-207ADAD1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DCAC7D-22D4-375A-8ADF-96257FCB7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9323A-CC23-6CA1-C584-3DA8863BB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7FFB3-7FDC-9EA0-A81C-12CA553B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916E-003B-4EBF-B432-AA9E56569CC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B4322-A174-C84F-ECE3-02F331F3A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FF681-091F-D189-1FF6-55124F980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E83-1C16-481D-8D4A-CF28A3153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9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71124-9D36-CE5E-B657-904CFC9D7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82FB6-A85A-7B12-FECA-4B27BF8DF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E3108-EF40-3861-3879-1E5B11124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916E-003B-4EBF-B432-AA9E56569CC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DEFA9-80E6-7B16-4BCF-FF9B827FE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A58F2-29AB-D527-A3F0-B65803A0C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E83-1C16-481D-8D4A-CF28A3153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4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A9ACE1-D039-8A1C-F265-05C1FC209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E35CB-83EA-E722-8113-99354EC4D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E4EE3-A271-9FA3-6906-0703E614B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916E-003B-4EBF-B432-AA9E56569CC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D9FC7-1D3D-F928-8010-3E9081C3C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2D63E-0DFE-3804-EC00-D51D1FFEB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E83-1C16-481D-8D4A-CF28A3153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90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36FA-4117-20AF-BFDF-C215EF574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A094B-3ED9-CCF4-9732-6D2666537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64B51-A9ED-623F-202E-DF0964331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6916E-003B-4EBF-B432-AA9E56569CC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42966-0485-6AFE-F9FE-8FA9A9C17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BC0AC-16DD-D630-9FE1-BAB781BBB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23E83-1C16-481D-8D4A-CF28A3153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69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DD79-0781-71B1-E2A9-DAA7A44495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Spam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9018E-7A3F-5C2C-8FE2-36A2040B42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using </a:t>
            </a: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</a:rPr>
              <a:t>Text Analytics</a:t>
            </a:r>
          </a:p>
          <a:p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478987-EF24-2D06-C875-8F068121E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7366" y="381794"/>
            <a:ext cx="4004733" cy="2252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714F4D-4370-ADB2-BE46-BCFFBD9A861E}"/>
              </a:ext>
            </a:extLst>
          </p:cNvPr>
          <p:cNvSpPr txBox="1"/>
          <p:nvPr/>
        </p:nvSpPr>
        <p:spPr>
          <a:xfrm>
            <a:off x="3259667" y="4624943"/>
            <a:ext cx="646006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 Black" panose="020B0A04020102020204" pitchFamily="34" charset="0"/>
              </a:rPr>
              <a:t>PROJECT BASED EXPERIENTIAL LEARNING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endParaRPr lang="en-US" b="1" dirty="0">
              <a:latin typeface="Arial Black" panose="020B0A04020102020204" pitchFamily="34" charset="0"/>
            </a:endParaRPr>
          </a:p>
          <a:p>
            <a:r>
              <a:rPr lang="en-US" b="1" dirty="0">
                <a:latin typeface="Arial Black" panose="020B0A04020102020204" pitchFamily="34" charset="0"/>
              </a:rPr>
              <a:t>                                    </a:t>
            </a:r>
            <a:r>
              <a:rPr lang="en-US" b="1" u="sng" dirty="0">
                <a:latin typeface="Arial Black" panose="020B0A04020102020204" pitchFamily="34" charset="0"/>
              </a:rPr>
              <a:t>BY SEJAL YADAV</a:t>
            </a:r>
          </a:p>
        </p:txBody>
      </p:sp>
    </p:spTree>
    <p:extLst>
      <p:ext uri="{BB962C8B-B14F-4D97-AF65-F5344CB8AC3E}">
        <p14:creationId xmlns:p14="http://schemas.microsoft.com/office/powerpoint/2010/main" val="651611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B3937-4CC7-0D83-6E07-BA3977F1E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1B63E-53F3-BDEE-593E-368EA0317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176867"/>
            <a:ext cx="10735733" cy="5000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Spam messages are unsolicited and harmful messages distributed through email, SMS, and online platforms.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Challenges:</a:t>
            </a:r>
          </a:p>
          <a:p>
            <a:r>
              <a:rPr lang="en-US" dirty="0"/>
              <a:t>Large volume of messages</a:t>
            </a:r>
          </a:p>
          <a:p>
            <a:r>
              <a:rPr lang="en-US" dirty="0"/>
              <a:t>Manual filtering is inefficient</a:t>
            </a:r>
          </a:p>
          <a:p>
            <a:r>
              <a:rPr lang="en-US" dirty="0"/>
              <a:t>Spam messages constantly evolve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Goal:</a:t>
            </a:r>
            <a:br>
              <a:rPr lang="en-US" dirty="0"/>
            </a:br>
            <a:r>
              <a:rPr lang="en-US" dirty="0"/>
              <a:t>Develop a </a:t>
            </a:r>
            <a:r>
              <a:rPr lang="en-US" b="1" dirty="0"/>
              <a:t>machine learning based spam detection system</a:t>
            </a:r>
            <a:r>
              <a:rPr lang="en-US" dirty="0"/>
              <a:t> using </a:t>
            </a:r>
            <a:r>
              <a:rPr lang="en-US" b="1" dirty="0"/>
              <a:t>text analytics techniques</a:t>
            </a:r>
            <a:r>
              <a:rPr lang="en-US" dirty="0"/>
              <a:t> to automatically classify messages into </a:t>
            </a:r>
            <a:r>
              <a:rPr lang="en-US" b="1" dirty="0"/>
              <a:t>Spam</a:t>
            </a:r>
            <a:r>
              <a:rPr lang="en-US" dirty="0"/>
              <a:t> or </a:t>
            </a:r>
            <a:r>
              <a:rPr lang="en-US" b="1" dirty="0"/>
              <a:t>Ham (Non-Spam)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8F6156F-4091-8AC5-DEA9-AAC288EF2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766" y="0"/>
            <a:ext cx="1634067" cy="91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2336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81038-1132-C86D-989A-AB0A50B2B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33" y="0"/>
            <a:ext cx="10515600" cy="1325563"/>
          </a:xfrm>
        </p:spPr>
        <p:txBody>
          <a:bodyPr/>
          <a:lstStyle/>
          <a:p>
            <a:r>
              <a:rPr lang="en-US" b="1" u="sng" dirty="0"/>
              <a:t>DATASET AND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61EA6-492A-40BE-B3EE-1B8D2F580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9134"/>
            <a:ext cx="10515600" cy="55287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/>
              <a:t>Dataset</a:t>
            </a:r>
            <a:endParaRPr lang="en-US" u="sng" dirty="0"/>
          </a:p>
          <a:p>
            <a:r>
              <a:rPr lang="en-US" dirty="0"/>
              <a:t>SMS Spam Collection Dataset</a:t>
            </a:r>
          </a:p>
          <a:p>
            <a:r>
              <a:rPr lang="en-US" dirty="0"/>
              <a:t>Contains ~5572 labeled messages</a:t>
            </a:r>
          </a:p>
          <a:p>
            <a:r>
              <a:rPr lang="en-US" dirty="0"/>
              <a:t>Two classes:</a:t>
            </a:r>
          </a:p>
          <a:p>
            <a:pPr lvl="1"/>
            <a:r>
              <a:rPr lang="en-US" dirty="0"/>
              <a:t>Spam</a:t>
            </a:r>
          </a:p>
          <a:p>
            <a:pPr lvl="1"/>
            <a:r>
              <a:rPr lang="en-US" dirty="0"/>
              <a:t>Ham</a:t>
            </a:r>
          </a:p>
          <a:p>
            <a:pPr marL="0" indent="0">
              <a:buNone/>
            </a:pPr>
            <a:r>
              <a:rPr lang="en-US" b="1" u="sng" dirty="0"/>
              <a:t>Technologies Used</a:t>
            </a:r>
            <a:endParaRPr lang="en-US" u="sng" dirty="0"/>
          </a:p>
          <a:p>
            <a:r>
              <a:rPr lang="en-US" dirty="0"/>
              <a:t>Python</a:t>
            </a:r>
          </a:p>
          <a:p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r>
              <a:rPr lang="en-US" dirty="0"/>
              <a:t>Libraries:</a:t>
            </a:r>
          </a:p>
          <a:p>
            <a:pPr lvl="1"/>
            <a:r>
              <a:rPr lang="en-US" dirty="0"/>
              <a:t>NumPy</a:t>
            </a:r>
          </a:p>
          <a:p>
            <a:pPr lvl="1"/>
            <a:r>
              <a:rPr lang="en-US" dirty="0"/>
              <a:t>Pandas</a:t>
            </a:r>
          </a:p>
          <a:p>
            <a:pPr lvl="1"/>
            <a:r>
              <a:rPr lang="en-US" dirty="0"/>
              <a:t>Scikit-learn</a:t>
            </a:r>
          </a:p>
          <a:p>
            <a:pPr lvl="1"/>
            <a:r>
              <a:rPr lang="en-US" dirty="0"/>
              <a:t>NLTK</a:t>
            </a:r>
          </a:p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7A93246-FB96-2429-EB13-BF0228A96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766" y="0"/>
            <a:ext cx="1634067" cy="91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3731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FBF9-0C5F-117C-624E-0761D32D3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3408"/>
          </a:xfrm>
        </p:spPr>
        <p:txBody>
          <a:bodyPr/>
          <a:lstStyle/>
          <a:p>
            <a:r>
              <a:rPr lang="en-US" b="1" u="sng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31CCE-D11A-BAAF-23C9-4C98B2E2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388534"/>
            <a:ext cx="10591800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Before training the model, the raw text data is processed.</a:t>
            </a:r>
          </a:p>
          <a:p>
            <a:pPr marL="0" indent="0">
              <a:buNone/>
            </a:pPr>
            <a:r>
              <a:rPr lang="en-US" dirty="0"/>
              <a:t>Steps involved:</a:t>
            </a:r>
          </a:p>
          <a:p>
            <a:r>
              <a:rPr lang="en-US" b="1" dirty="0"/>
              <a:t>Tokenization</a:t>
            </a:r>
            <a:br>
              <a:rPr lang="en-US" dirty="0"/>
            </a:br>
            <a:r>
              <a:rPr lang="en-US" dirty="0"/>
              <a:t>Splitting sentences into individual words.</a:t>
            </a:r>
          </a:p>
          <a:p>
            <a:r>
              <a:rPr lang="en-US" b="1" dirty="0"/>
              <a:t>Lowercasing</a:t>
            </a:r>
            <a:br>
              <a:rPr lang="en-US" dirty="0"/>
            </a:br>
            <a:r>
              <a:rPr lang="en-US" dirty="0"/>
              <a:t>Convert all text to lowercase to maintain uniformity.</a:t>
            </a:r>
          </a:p>
          <a:p>
            <a:r>
              <a:rPr lang="en-US" b="1" dirty="0" err="1"/>
              <a:t>Stopword</a:t>
            </a:r>
            <a:r>
              <a:rPr lang="en-US" b="1" dirty="0"/>
              <a:t> Removal</a:t>
            </a:r>
            <a:br>
              <a:rPr lang="en-US" dirty="0"/>
            </a:br>
            <a:r>
              <a:rPr lang="en-US" dirty="0"/>
              <a:t>Removing common words (the, is, and, etc.).</a:t>
            </a:r>
          </a:p>
          <a:p>
            <a:r>
              <a:rPr lang="en-US" b="1" dirty="0"/>
              <a:t>Stemming / Lemmatization</a:t>
            </a:r>
            <a:br>
              <a:rPr lang="en-US" dirty="0"/>
            </a:br>
            <a:r>
              <a:rPr lang="en-US" dirty="0"/>
              <a:t>Reducing words to their root form.</a:t>
            </a:r>
          </a:p>
          <a:p>
            <a:r>
              <a:rPr lang="en-US" b="1" dirty="0"/>
              <a:t>Feature Extraction</a:t>
            </a:r>
            <a:endParaRPr lang="en-US" dirty="0"/>
          </a:p>
          <a:p>
            <a:pPr lvl="1"/>
            <a:r>
              <a:rPr lang="en-US" b="1" dirty="0"/>
              <a:t>Count Vectorizer</a:t>
            </a:r>
            <a:endParaRPr lang="en-US" dirty="0"/>
          </a:p>
          <a:p>
            <a:pPr lvl="1"/>
            <a:r>
              <a:rPr lang="en-US" b="1" dirty="0"/>
              <a:t>TF-IDF (Term Frequency – Inverse Document Frequency)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converts text into </a:t>
            </a:r>
            <a:r>
              <a:rPr lang="en-US" b="1" dirty="0"/>
              <a:t>numerical feature vectors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4DDE8E7-356C-5CC7-9066-A8118BEC3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766" y="0"/>
            <a:ext cx="1634067" cy="91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70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0D38B-91B0-6C76-D9BB-8CA9637EE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12400" cy="887942"/>
          </a:xfrm>
        </p:spPr>
        <p:txBody>
          <a:bodyPr/>
          <a:lstStyle/>
          <a:p>
            <a:r>
              <a:rPr lang="en-US" b="1" u="sng" dirty="0"/>
              <a:t>MACHINE LEARNING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C3A6CE-EB3C-C373-920F-728AC48F88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498600"/>
                <a:ext cx="11506200" cy="5359400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classification model used is </a:t>
                </a:r>
                <a:r>
                  <a:rPr lang="en-US" b="1" dirty="0"/>
                  <a:t>Naive Bayes Classifier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/>
                  <a:t>Naive Bayes Formula: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US" dirty="0"/>
                  <a:t>Posterior Probability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US" dirty="0"/>
                  <a:t>Likelihood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US" dirty="0"/>
                  <a:t>Prior Probability</a:t>
                </a:r>
              </a:p>
              <a:p>
                <a:pPr marL="0" indent="0">
                  <a:buNone/>
                </a:pPr>
                <a:r>
                  <a:rPr lang="en-US" b="1" u="sng" dirty="0"/>
                  <a:t>Why Naive Bayes?</a:t>
                </a:r>
              </a:p>
              <a:p>
                <a:r>
                  <a:rPr lang="en-US" dirty="0"/>
                  <a:t>Works well for </a:t>
                </a:r>
                <a:r>
                  <a:rPr lang="en-US" b="1" dirty="0"/>
                  <a:t>text classification</a:t>
                </a:r>
                <a:endParaRPr lang="en-US" dirty="0"/>
              </a:p>
              <a:p>
                <a:r>
                  <a:rPr lang="en-US" dirty="0"/>
                  <a:t>Handles </a:t>
                </a:r>
                <a:r>
                  <a:rPr lang="en-US" b="1" dirty="0"/>
                  <a:t>high dimensional data</a:t>
                </a:r>
                <a:endParaRPr lang="en-US" dirty="0"/>
              </a:p>
              <a:p>
                <a:r>
                  <a:rPr lang="en-US" dirty="0"/>
                  <a:t>Fast and computationally efficient</a:t>
                </a:r>
              </a:p>
              <a:p>
                <a:pPr marL="0" indent="0">
                  <a:buNone/>
                </a:pPr>
                <a:r>
                  <a:rPr lang="en-US" b="1" u="sng" dirty="0"/>
                  <a:t>Model Training Steps:</a:t>
                </a:r>
              </a:p>
              <a:p>
                <a:r>
                  <a:rPr lang="en-US" dirty="0"/>
                  <a:t>Train-Test Split</a:t>
                </a:r>
              </a:p>
              <a:p>
                <a:r>
                  <a:rPr lang="en-US" dirty="0"/>
                  <a:t>Model Training</a:t>
                </a:r>
              </a:p>
              <a:p>
                <a:r>
                  <a:rPr lang="en-US" dirty="0"/>
                  <a:t>Prediction</a:t>
                </a:r>
              </a:p>
              <a:p>
                <a:r>
                  <a:rPr lang="en-US" dirty="0"/>
                  <a:t>Accuracy Evaluation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C3A6CE-EB3C-C373-920F-728AC48F88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498600"/>
                <a:ext cx="11506200" cy="5359400"/>
              </a:xfrm>
              <a:blipFill>
                <a:blip r:embed="rId2"/>
                <a:stretch>
                  <a:fillRect l="-477" t="-1934" b="-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3BC4483A-2E22-3B10-A82A-EBC35072F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766" y="0"/>
            <a:ext cx="1634067" cy="91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488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DAC16-B804-D1AE-C5E8-82BE6F500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DEMO OF THE PROJECT</a:t>
            </a:r>
          </a:p>
        </p:txBody>
      </p:sp>
      <p:pic>
        <p:nvPicPr>
          <p:cNvPr id="4" name="Spam_detection_demo">
            <a:hlinkClick r:id="" action="ppaction://media"/>
            <a:extLst>
              <a:ext uri="{FF2B5EF4-FFF2-40B4-BE49-F238E27FC236}">
                <a16:creationId xmlns:a16="http://schemas.microsoft.com/office/drawing/2014/main" id="{54910B74-72F4-D8F4-8ACC-06521C7E0D2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1932" y="1363133"/>
            <a:ext cx="10701867" cy="4740805"/>
          </a:xfr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25A8E6F-77DA-B70E-2BAA-360298DF0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766" y="0"/>
            <a:ext cx="1634067" cy="91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23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7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2E4D2-4648-78AD-2D3D-47B44F399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RESULTS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5B533-BA05-0F64-A7A8-482B17079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867" y="1608666"/>
            <a:ext cx="10684933" cy="509693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Results</a:t>
            </a:r>
            <a:endParaRPr lang="en-US" dirty="0"/>
          </a:p>
          <a:p>
            <a:r>
              <a:rPr lang="en-US" dirty="0"/>
              <a:t>Accuracy achieved: </a:t>
            </a:r>
            <a:r>
              <a:rPr lang="en-US" b="1" dirty="0"/>
              <a:t>~96–98%</a:t>
            </a:r>
            <a:endParaRPr lang="en-US" dirty="0"/>
          </a:p>
          <a:p>
            <a:r>
              <a:rPr lang="en-US" dirty="0"/>
              <a:t>Efficient classification of spam messages</a:t>
            </a:r>
          </a:p>
          <a:p>
            <a:r>
              <a:rPr lang="en-US" dirty="0"/>
              <a:t>Reduced false positives</a:t>
            </a:r>
          </a:p>
          <a:p>
            <a:pPr marL="0" indent="0">
              <a:buNone/>
            </a:pPr>
            <a:r>
              <a:rPr lang="en-US" b="1" dirty="0"/>
              <a:t>Conclusion</a:t>
            </a:r>
            <a:endParaRPr lang="en-US" dirty="0"/>
          </a:p>
          <a:p>
            <a:r>
              <a:rPr lang="en-US" dirty="0"/>
              <a:t>Text analytics combined with machine learning effectively detects spam messages.</a:t>
            </a:r>
          </a:p>
          <a:p>
            <a:r>
              <a:rPr lang="en-US" dirty="0"/>
              <a:t>Naive Bayes classifier provides high performance for text-based classification tasks.</a:t>
            </a:r>
          </a:p>
          <a:p>
            <a:pPr marL="0" indent="0">
              <a:buNone/>
            </a:pPr>
            <a:r>
              <a:rPr lang="en-US" b="1" dirty="0"/>
              <a:t>Future Improvements</a:t>
            </a:r>
            <a:endParaRPr lang="en-US" dirty="0"/>
          </a:p>
          <a:p>
            <a:r>
              <a:rPr lang="en-US" dirty="0"/>
              <a:t>Use </a:t>
            </a:r>
            <a:r>
              <a:rPr lang="en-US" b="1" dirty="0"/>
              <a:t>Deep Learning (LSTM / Transformers)</a:t>
            </a:r>
            <a:endParaRPr lang="en-US" dirty="0"/>
          </a:p>
          <a:p>
            <a:r>
              <a:rPr lang="en-US" dirty="0"/>
              <a:t>Implement </a:t>
            </a:r>
            <a:r>
              <a:rPr lang="en-US" b="1" dirty="0"/>
              <a:t>real-time spam detection systems</a:t>
            </a:r>
            <a:endParaRPr lang="en-US" dirty="0"/>
          </a:p>
          <a:p>
            <a:r>
              <a:rPr lang="en-US" dirty="0"/>
              <a:t>Apply model to </a:t>
            </a:r>
            <a:r>
              <a:rPr lang="en-US" b="1" dirty="0"/>
              <a:t>email filtering systems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DC0BE61-134B-0A70-0ED3-C9C6ADE49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766" y="0"/>
            <a:ext cx="1634067" cy="91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5172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54BA-4E2D-6422-060F-B39A79A8B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786995"/>
          </a:xfrm>
        </p:spPr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2B24-FDE9-16A1-3582-5A2297A1F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49133"/>
            <a:ext cx="10515600" cy="2440517"/>
          </a:xfrm>
        </p:spPr>
        <p:txBody>
          <a:bodyPr/>
          <a:lstStyle/>
          <a:p>
            <a:pPr algn="ctr"/>
            <a:endParaRPr lang="en-US" u="sng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EC7E100-CBF3-1BB5-73EC-0C6DA6CF3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766" y="0"/>
            <a:ext cx="1634067" cy="91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196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316</Words>
  <Application>Microsoft Office PowerPoint</Application>
  <PresentationFormat>Widescreen</PresentationFormat>
  <Paragraphs>70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Cambria Math</vt:lpstr>
      <vt:lpstr>Office Theme</vt:lpstr>
      <vt:lpstr>Spam Detection</vt:lpstr>
      <vt:lpstr>PROBLEM STATEMENT </vt:lpstr>
      <vt:lpstr>DATASET AND TOOLS</vt:lpstr>
      <vt:lpstr>STEPS</vt:lpstr>
      <vt:lpstr>MACHINE LEARNING MODEL</vt:lpstr>
      <vt:lpstr>DEMO OF THE PROJECT</vt:lpstr>
      <vt:lpstr>RESULTS AND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shuklarudraksh990@outlook.com</dc:creator>
  <cp:lastModifiedBy>shuklarudraksh990@outlook.com</cp:lastModifiedBy>
  <cp:revision>2</cp:revision>
  <dcterms:created xsi:type="dcterms:W3CDTF">2026-02-27T08:39:41Z</dcterms:created>
  <dcterms:modified xsi:type="dcterms:W3CDTF">2026-02-27T09:23:34Z</dcterms:modified>
</cp:coreProperties>
</file>